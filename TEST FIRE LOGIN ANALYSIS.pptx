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8B195A-1B62-4D87-A571-BD2419DEF3FA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73BD48-7B04-4008-9FDA-EDB48BAC9B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223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3BD48-7B04-4008-9FDA-EDB48BAC9B3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373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E9D02-6215-CDF1-9ED8-FD69B72FB0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F8F1CA-A8D7-068A-6F94-4F1B779C4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D6D3E-B06C-1D95-AA24-B97FF81E9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564E2-CA03-4D74-8C7B-9B533B5F3F55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20411-A264-250E-571E-DA700A1AA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A749D-6900-3409-C7A8-7CB880470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4C1D-5A62-44F5-89FA-461FBC10C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167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3C71A-3212-5133-19C3-FCAD8196C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8E846-8230-B0A8-4366-702FA196A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A7C26-F8F6-9721-BD44-89EF7AB58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564E2-CA03-4D74-8C7B-9B533B5F3F55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2A735-9FAD-0DE9-B954-DE063A8DB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D2AEE-04C4-BE76-50B2-C9BF99608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4C1D-5A62-44F5-89FA-461FBC10C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262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816F1-D462-83B5-5D81-F915FD619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EA363-2DAB-DD7F-A0B4-A045B659F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5CA0A-DBE0-FBE6-9394-1F7242AB4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564E2-CA03-4D74-8C7B-9B533B5F3F55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50C59-A489-6275-D845-95E2C48AD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09F10-929C-92AA-5D16-37E751EB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4C1D-5A62-44F5-89FA-461FBC10C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758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A7C65-9B04-793D-7F82-F6E3568E2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F4535-51F3-368B-0C8D-E4652C282C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5CBB7D-0381-3567-526B-47FF20578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B1ECC-ED34-7429-CACF-4FDC032B1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564E2-CA03-4D74-8C7B-9B533B5F3F55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08BF06-60A1-A2EC-AA71-2685EC714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62152-0692-A4B9-D4CB-F91758D28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4C1D-5A62-44F5-89FA-461FBC10C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785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E5A90-0302-1C3D-9244-A7FC3CD3E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35027-65BD-E9B2-A22B-BED3597C7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89AED4-FB49-9706-09C5-0A791AFE03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50D48-2DCF-9358-C843-CEBA332896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234A0C-73D7-F61E-87A5-ED79CAF736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602C85-76B0-933A-76EA-CDDDE063D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564E2-CA03-4D74-8C7B-9B533B5F3F55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03D1BF-B722-5667-0D80-01821B7CA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63985F-6063-AE67-E04E-FA9BD9A93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4C1D-5A62-44F5-89FA-461FBC10C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154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96B9D-8B85-C2C4-51AB-CA7957AE5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DC60DB-36BB-A149-6417-E489A06ED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564E2-CA03-4D74-8C7B-9B533B5F3F55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D8A8EC-011D-2FE3-A3C0-853B7C68F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A24F04-A71A-AEFC-B0FA-ABB831847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4C1D-5A62-44F5-89FA-461FBC10C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317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8481C7-D593-6EDE-7649-9BB49DCCD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564E2-CA03-4D74-8C7B-9B533B5F3F55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D9EF28-AB05-6F3B-5752-029FD10ED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44D08-01F6-39C7-BFE2-EE720DDE4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4C1D-5A62-44F5-89FA-461FBC10C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2729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3B97B-CE07-6C75-93BB-667FA8F0C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5AB07-BF5F-3440-6EF3-437490ABC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B00E95-CE67-E11B-625F-740CF3196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E0602A-A443-88B2-ADF7-AD71AE334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564E2-CA03-4D74-8C7B-9B533B5F3F55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D434A-C9E8-5763-FD57-B7CC09A6F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C3202B-C987-8CF4-1517-EA1F0DE8D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4C1D-5A62-44F5-89FA-461FBC10C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760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25358-4269-37F6-10C2-1E3594F62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0A18BD-DE14-A3DE-E9B0-6DE9A3D30B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E9EE6-BAE7-C0AC-05C6-77151B078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E0426-FFC9-9329-1EB0-7C39C420E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564E2-CA03-4D74-8C7B-9B533B5F3F55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D9FC78-4021-8D82-DF2D-D0462CD38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BA365-9896-9617-ECA1-3FF0D0CA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4C1D-5A62-44F5-89FA-461FBC10C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375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AEC49-8A0E-6B2D-3155-C12A34B3A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75702B-6A7A-5C61-3F7C-0AF99A076E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68C0C-8399-160F-7C5B-A4C6468F4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564E2-CA03-4D74-8C7B-9B533B5F3F55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D67E6-E5CF-BFD4-83A6-7161B33FC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4191E-0C5D-9359-338F-182DA93A8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4C1D-5A62-44F5-89FA-461FBC10C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685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8FA68-0385-CDFB-BD29-B74F73794D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BAEE3D-22C4-DDB8-4BCE-B521A2EAA9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10C98-C5BC-AA30-4FA6-BDAE5B3F9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564E2-CA03-4D74-8C7B-9B533B5F3F55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1D957-DB1D-5A96-8765-7FA7E3FDA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A8443-4105-85DC-01BD-F97F1E88A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4C1D-5A62-44F5-89FA-461FBC10C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486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564E2-CA03-4D74-8C7B-9B533B5F3F55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4C1D-5A62-44F5-89FA-461FBC10C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8005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564E2-CA03-4D74-8C7B-9B533B5F3F55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4C1D-5A62-44F5-89FA-461FBC10C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44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6025FF-6286-DBBF-3277-51D47B072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019B9-2C23-DE66-D92D-3960B66CC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EDBA0-F94A-E967-E4BD-6D3B15F16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D564E2-CA03-4D74-8C7B-9B533B5F3F55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BC387-EBF6-0BF1-C965-59AC2470A9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38C05-B6CB-4AE3-202F-459E267C8A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A44C1D-5A62-44F5-89FA-461FBC10C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493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  <p:sldLayoutId id="2147483857" r:id="rId9"/>
    <p:sldLayoutId id="2147483858" r:id="rId10"/>
    <p:sldLayoutId id="2147483859" r:id="rId11"/>
    <p:sldLayoutId id="2147483860" r:id="rId12"/>
    <p:sldLayoutId id="21474838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90C8-B506-1C01-D671-FB9ABC7AE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62116"/>
            <a:ext cx="9144000" cy="1956619"/>
          </a:xfrm>
        </p:spPr>
        <p:txBody>
          <a:bodyPr>
            <a:normAutofit/>
          </a:bodyPr>
          <a:lstStyle/>
          <a:p>
            <a:r>
              <a:rPr lang="en-US" sz="4400" dirty="0"/>
              <a:t>TEST FIRE LOGIN ANALYSIS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B1C61-4693-4B58-53F6-8BAD3B1EA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15381"/>
            <a:ext cx="9144000" cy="2642419"/>
          </a:xfrm>
        </p:spPr>
        <p:txBody>
          <a:bodyPr>
            <a:normAutofit/>
          </a:bodyPr>
          <a:lstStyle/>
          <a:p>
            <a:r>
              <a:rPr lang="en-US" sz="3600" dirty="0"/>
              <a:t>Cyber security project</a:t>
            </a:r>
          </a:p>
          <a:p>
            <a:r>
              <a:rPr lang="en-US" sz="3600" dirty="0"/>
              <a:t>Presented by: S.NAMRATHA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8938247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45E5E-01ED-F638-2060-8CF5BC15D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INTRODUCTION </a:t>
            </a:r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941F5FA-43FD-09BA-D208-52B775FBB4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04549" y="2478906"/>
            <a:ext cx="6801799" cy="11907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5C9F1D5-87AC-A917-047B-65D6F2C492E0}"/>
              </a:ext>
            </a:extLst>
          </p:cNvPr>
          <p:cNvSpPr txBox="1"/>
          <p:nvPr/>
        </p:nvSpPr>
        <p:spPr>
          <a:xfrm>
            <a:off x="1789471" y="3193897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*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1F59C4-AE52-6AD4-E285-3B576571BFCC}"/>
              </a:ext>
            </a:extLst>
          </p:cNvPr>
          <p:cNvSpPr txBox="1"/>
          <p:nvPr/>
        </p:nvSpPr>
        <p:spPr>
          <a:xfrm>
            <a:off x="1789471" y="2818914"/>
            <a:ext cx="721687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*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12C30A-8F3B-2485-66E3-E564813FBA95}"/>
              </a:ext>
            </a:extLst>
          </p:cNvPr>
          <p:cNvSpPr txBox="1"/>
          <p:nvPr/>
        </p:nvSpPr>
        <p:spPr>
          <a:xfrm>
            <a:off x="1789471" y="243419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*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061510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648A9-5C66-70B5-6F11-587B79301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3AB8B-C4DB-D6B2-BD7D-4C0342272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*Examine login process</a:t>
            </a:r>
          </a:p>
          <a:p>
            <a:pPr marL="0" indent="0">
              <a:buNone/>
            </a:pPr>
            <a:r>
              <a:rPr lang="en-US" dirty="0"/>
              <a:t>   *identify vulnerabilities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*Recommend security improvements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237891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5D282-9D89-46A7-30B2-BAB08206B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1E75-EFC2-750B-6AA2-3C719AD86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*Access login page</a:t>
            </a:r>
          </a:p>
          <a:p>
            <a:pPr marL="0" indent="0">
              <a:buNone/>
            </a:pPr>
            <a:r>
              <a:rPr lang="en-US" dirty="0"/>
              <a:t>   *Test valid/invalid logins</a:t>
            </a:r>
          </a:p>
          <a:p>
            <a:pPr marL="0" indent="0">
              <a:buNone/>
            </a:pPr>
            <a:r>
              <a:rPr lang="en-US" dirty="0"/>
              <a:t>   *Check error messages </a:t>
            </a:r>
          </a:p>
          <a:p>
            <a:pPr marL="0" indent="0">
              <a:buNone/>
            </a:pPr>
            <a:r>
              <a:rPr lang="en-US" dirty="0"/>
              <a:t>   *Review password policy</a:t>
            </a:r>
          </a:p>
          <a:p>
            <a:pPr marL="0" indent="0">
              <a:buNone/>
            </a:pPr>
            <a:r>
              <a:rPr lang="en-US" dirty="0"/>
              <a:t>   *Document findings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11103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A72DD-1237-27E0-99F4-D3028A677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  FINDINGS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02E89-A506-A4F8-328C-EDAEC8861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*Weak password policy</a:t>
            </a:r>
          </a:p>
          <a:p>
            <a:pPr marL="0" indent="0">
              <a:buNone/>
            </a:pPr>
            <a:r>
              <a:rPr lang="en-US" dirty="0"/>
              <a:t>   *Detailed error messages</a:t>
            </a:r>
          </a:p>
          <a:p>
            <a:pPr marL="0" indent="0">
              <a:buNone/>
            </a:pPr>
            <a:r>
              <a:rPr lang="en-US" dirty="0"/>
              <a:t>   *No account lockout</a:t>
            </a:r>
          </a:p>
          <a:p>
            <a:pPr marL="0" indent="0">
              <a:buNone/>
            </a:pPr>
            <a:r>
              <a:rPr lang="en-US" dirty="0"/>
              <a:t>   *Session handling issues(example)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87542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4C3C-A6B3-2D55-DAF8-6363397BA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RECOMMENDATIONS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F9238-C3BD-8634-1831-233E67A82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*Strong passwords</a:t>
            </a:r>
          </a:p>
          <a:p>
            <a:pPr marL="0" indent="0">
              <a:buNone/>
            </a:pPr>
            <a:r>
              <a:rPr lang="en-US" dirty="0"/>
              <a:t>   *Multi factor authentication</a:t>
            </a:r>
          </a:p>
          <a:p>
            <a:pPr marL="0" indent="0">
              <a:buNone/>
            </a:pPr>
            <a:r>
              <a:rPr lang="en-US" dirty="0"/>
              <a:t>   *Account lockout</a:t>
            </a:r>
          </a:p>
          <a:p>
            <a:pPr marL="0" indent="0">
              <a:buNone/>
            </a:pPr>
            <a:r>
              <a:rPr lang="en-US" dirty="0"/>
              <a:t>   *Secure session management</a:t>
            </a:r>
          </a:p>
          <a:p>
            <a:pPr marL="0" indent="0">
              <a:buNone/>
            </a:pPr>
            <a:r>
              <a:rPr lang="en-US" dirty="0"/>
              <a:t>   *</a:t>
            </a:r>
            <a:r>
              <a:rPr lang="en-US" sz="2400" dirty="0"/>
              <a:t>HTTPS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06416053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62B6B-1143-B2E1-D9B2-4D1626D50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TOOLS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1FB94-F948-F6C3-37C9-68540A12B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*Browser</a:t>
            </a:r>
          </a:p>
          <a:p>
            <a:pPr marL="0" indent="0">
              <a:buNone/>
            </a:pPr>
            <a:r>
              <a:rPr lang="en-US" dirty="0"/>
              <a:t>   *Burp Suite(optional)</a:t>
            </a:r>
          </a:p>
          <a:p>
            <a:pPr marL="0" indent="0">
              <a:buNone/>
            </a:pPr>
            <a:r>
              <a:rPr lang="en-US" dirty="0"/>
              <a:t>   *OWASP ZAP(optional)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57435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4D083-A93C-ACD1-79D3-603827B6E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45B4A-38A2-BBF6-5109-9079E5E45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*Login security is essential</a:t>
            </a:r>
          </a:p>
          <a:p>
            <a:pPr marL="0" indent="0">
              <a:buNone/>
            </a:pPr>
            <a:r>
              <a:rPr lang="en-US" dirty="0"/>
              <a:t>   *Regular security testing reduces risk.</a:t>
            </a:r>
          </a:p>
          <a:p>
            <a:pPr marL="0" indent="0">
              <a:buNone/>
            </a:pPr>
            <a:r>
              <a:rPr lang="en-US" dirty="0"/>
              <a:t>   *Follow OWASP best practices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6103632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E03A2-5F6C-6955-6134-7A7211AF8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44B88-C12D-919E-26D2-14944DB3C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CE51E-F914-C4FB-4E1F-E744C6BF8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28" y="265471"/>
            <a:ext cx="10864645" cy="622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173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147</Words>
  <Application>Microsoft Office PowerPoint</Application>
  <PresentationFormat>Widescreen</PresentationFormat>
  <Paragraphs>37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TEST FIRE LOGIN ANALYSIS</vt:lpstr>
      <vt:lpstr>                      INTRODUCTION </vt:lpstr>
      <vt:lpstr>                             OBJECTIVES</vt:lpstr>
      <vt:lpstr>                           METHODOLOGY</vt:lpstr>
      <vt:lpstr>                                FINDINGS</vt:lpstr>
      <vt:lpstr>                          RECOMMENDATIONS</vt:lpstr>
      <vt:lpstr>                           TOOLS USED</vt:lpstr>
      <vt:lpstr>                             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navyavuyyuru1414@gmail.com</dc:creator>
  <cp:lastModifiedBy>navyavuyyuru1414@gmail.com</cp:lastModifiedBy>
  <cp:revision>1</cp:revision>
  <dcterms:created xsi:type="dcterms:W3CDTF">2026-08-02T10:24:36Z</dcterms:created>
  <dcterms:modified xsi:type="dcterms:W3CDTF">2026-08-02T11:00:21Z</dcterms:modified>
</cp:coreProperties>
</file>